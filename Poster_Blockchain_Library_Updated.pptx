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34" d="100"/>
          <a:sy n="134" d="100"/>
        </p:scale>
        <p:origin x="883" y="11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127673"/>
              </p:ext>
            </p:extLst>
          </p:nvPr>
        </p:nvGraphicFramePr>
        <p:xfrm>
          <a:off x="71979" y="2356347"/>
          <a:ext cx="3890421" cy="143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thiệu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vi-VN" sz="900" dirty="0"/>
                        <a:t>Đề tài xây dựng hệ thống quản lý mượn/trả sách ứng dụng công nghệ </a:t>
                      </a:r>
                      <a:r>
                        <a:rPr lang="vi-VN" sz="900" dirty="0" err="1"/>
                        <a:t>Blockchain</a:t>
                      </a:r>
                      <a:r>
                        <a:rPr lang="vi-VN" sz="900" dirty="0"/>
                        <a:t> sử dụng </a:t>
                      </a:r>
                      <a:r>
                        <a:rPr lang="vi-VN" sz="900" dirty="0" err="1"/>
                        <a:t>Solidity</a:t>
                      </a:r>
                      <a:r>
                        <a:rPr lang="vi-VN" sz="900" dirty="0"/>
                        <a:t> </a:t>
                      </a:r>
                      <a:r>
                        <a:rPr lang="vi-VN" sz="900" dirty="0" err="1"/>
                        <a:t>Smart</a:t>
                      </a:r>
                      <a:r>
                        <a:rPr lang="vi-VN" sz="900" dirty="0"/>
                        <a:t> </a:t>
                      </a:r>
                      <a:r>
                        <a:rPr lang="vi-VN" sz="900" dirty="0" err="1"/>
                        <a:t>Contract</a:t>
                      </a:r>
                      <a:r>
                        <a:rPr lang="vi-VN" sz="900" dirty="0"/>
                        <a:t> và </a:t>
                      </a:r>
                      <a:r>
                        <a:rPr lang="vi-VN" sz="900" dirty="0" err="1"/>
                        <a:t>Ganache</a:t>
                      </a:r>
                      <a:r>
                        <a:rPr lang="vi-VN" sz="900" dirty="0"/>
                        <a:t>. Các giao dịch được ghi nhận minh bạch, bảo mật và không thể thay đổi trên </a:t>
                      </a:r>
                      <a:r>
                        <a:rPr lang="vi-VN" sz="900" dirty="0" err="1"/>
                        <a:t>blockchain</a:t>
                      </a:r>
                      <a:r>
                        <a:rPr lang="vi-VN" sz="900" dirty="0"/>
                        <a:t>, góp phần minh họa việc ứng dụng công nghệ </a:t>
                      </a:r>
                      <a:r>
                        <a:rPr lang="vi-VN" sz="900" dirty="0" err="1"/>
                        <a:t>blockchain</a:t>
                      </a:r>
                      <a:r>
                        <a:rPr lang="vi-VN" sz="900" dirty="0"/>
                        <a:t> vào quản lý thư viện và phát triển ứng dụng phi tập trung (</a:t>
                      </a:r>
                      <a:r>
                        <a:rPr lang="vi-VN" sz="900" dirty="0" err="1"/>
                        <a:t>DApp</a:t>
                      </a:r>
                      <a:r>
                        <a:rPr lang="vi-VN" sz="900" dirty="0"/>
                        <a:t>).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98544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HỆ THỐNG MƯỢN/TRẢ SÁCH CÓ NỀN TẢNG BLOCKCHAIN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Đặng Lê Hoàng Anh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34946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549620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vi-VN" sz="1000" dirty="0"/>
                        <a:t>Tích hợp </a:t>
                      </a:r>
                      <a:r>
                        <a:rPr lang="vi-VN" sz="1000" dirty="0" err="1"/>
                        <a:t>MetaMask</a:t>
                      </a:r>
                      <a:r>
                        <a:rPr lang="vi-VN" sz="1000" dirty="0"/>
                        <a:t>. Triển khai lên </a:t>
                      </a:r>
                      <a:r>
                        <a:rPr lang="vi-VN" sz="1000" dirty="0" err="1"/>
                        <a:t>Ethereum</a:t>
                      </a:r>
                      <a:r>
                        <a:rPr lang="vi-VN" sz="1000" dirty="0"/>
                        <a:t> </a:t>
                      </a:r>
                      <a:r>
                        <a:rPr lang="vi-VN" sz="1000" dirty="0" err="1"/>
                        <a:t>Sepolia</a:t>
                      </a:r>
                      <a:r>
                        <a:rPr lang="vi-VN" sz="1000" dirty="0"/>
                        <a:t>. Kết nối cơ sở dữ liệu </a:t>
                      </a:r>
                      <a:r>
                        <a:rPr lang="vi-VN" sz="1000" dirty="0" err="1"/>
                        <a:t>MongoDB</a:t>
                      </a:r>
                      <a:r>
                        <a:rPr lang="vi-VN" sz="1000" dirty="0"/>
                        <a:t>. Xây dựng ứng dụng đa thư viện. Tối ưu </a:t>
                      </a:r>
                      <a:r>
                        <a:rPr lang="vi-VN" sz="1000" dirty="0" err="1"/>
                        <a:t>Smart</a:t>
                      </a:r>
                      <a:r>
                        <a:rPr lang="vi-VN" sz="1000" dirty="0"/>
                        <a:t> </a:t>
                      </a:r>
                      <a:r>
                        <a:rPr lang="vi-VN" sz="1000" dirty="0" err="1"/>
                        <a:t>Contract</a:t>
                      </a:r>
                      <a:r>
                        <a:rPr lang="vi-VN" sz="1000" dirty="0"/>
                        <a:t>.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Hình ảnh 2" descr="Ảnh có chứa mẫu, hình vuông, điểm ảnh, thiết kế&#10;&#10;Nội dung do AI tạo ra có thể không chính xác.">
            <a:extLst>
              <a:ext uri="{FF2B5EF4-FFF2-40B4-BE49-F238E27FC236}">
                <a16:creationId xmlns:a16="http://schemas.microsoft.com/office/drawing/2014/main" id="{92AA8123-F045-242D-EE24-A240AF19FB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70" y="6916409"/>
            <a:ext cx="646309" cy="646309"/>
          </a:xfrm>
          <a:prstGeom prst="rect">
            <a:avLst/>
          </a:prstGeom>
        </p:spPr>
      </p:pic>
      <p:pic>
        <p:nvPicPr>
          <p:cNvPr id="13" name="Hình ảnh 12" descr="Ảnh có chứa mẫu, hình vuông, điểm ảnh, thiết kế&#10;&#10;Nội dung do AI tạo ra có thể không chính xác.">
            <a:extLst>
              <a:ext uri="{FF2B5EF4-FFF2-40B4-BE49-F238E27FC236}">
                <a16:creationId xmlns:a16="http://schemas.microsoft.com/office/drawing/2014/main" id="{1972004E-6C2D-41F5-D089-3148077E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540" y="1324924"/>
            <a:ext cx="646309" cy="646309"/>
          </a:xfrm>
          <a:prstGeom prst="rect">
            <a:avLst/>
          </a:prstGeom>
        </p:spPr>
      </p:pic>
      <p:pic>
        <p:nvPicPr>
          <p:cNvPr id="1036" name="Picture 1035" descr="Screenshot 2026-06-04 075325(1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21" y="5859516"/>
            <a:ext cx="3638299" cy="1773825"/>
          </a:xfrm>
          <a:prstGeom prst="rect">
            <a:avLst/>
          </a:prstGeom>
        </p:spPr>
      </p:pic>
      <p:sp>
        <p:nvSpPr>
          <p:cNvPr id="2" name="AutoShape 2" descr=", do AI tạo">
            <a:extLst>
              <a:ext uri="{FF2B5EF4-FFF2-40B4-BE49-F238E27FC236}">
                <a16:creationId xmlns:a16="http://schemas.microsoft.com/office/drawing/2014/main" id="{3172A82E-9AD4-6437-C0F9-3FFF588873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E5950-9708-305D-BE91-A40D2872F5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467" y="2835384"/>
            <a:ext cx="2611539" cy="1424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C4F467-601A-24A9-A098-FE18C2AC20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7742" y="5091239"/>
            <a:ext cx="2496107" cy="126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</TotalTime>
  <Words>158</Words>
  <Application>Microsoft Office PowerPoint</Application>
  <PresentationFormat>A4 Paper (210x297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1671020010 Đặng Lê Hoàng Anh</cp:lastModifiedBy>
  <cp:revision>97</cp:revision>
  <dcterms:created xsi:type="dcterms:W3CDTF">2023-07-02T07:57:15Z</dcterms:created>
  <dcterms:modified xsi:type="dcterms:W3CDTF">2026-06-04T08:33:33Z</dcterms:modified>
</cp:coreProperties>
</file>